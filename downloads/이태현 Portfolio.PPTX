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61" r:id="rId12"/>
  </p:sldIdLst>
  <p:sldSz cx="9144000" cy="5143500" type="screen16x9"/>
  <p:notesSz cx="6858000" cy="9144000"/>
  <p:embeddedFontLst>
    <p:embeddedFont>
      <p:font typeface="나눔스퀘어 Bold" panose="020B0600000101010101" pitchFamily="50" charset="-127"/>
      <p:bold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3A60"/>
    <a:srgbClr val="E86E8B"/>
    <a:srgbClr val="F2869D"/>
    <a:srgbClr val="2BB7A0"/>
    <a:srgbClr val="1B69C7"/>
    <a:srgbClr val="A2D7F8"/>
    <a:srgbClr val="969696"/>
    <a:srgbClr val="1088D2"/>
    <a:srgbClr val="1383DF"/>
    <a:srgbClr val="2D7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2" d="100"/>
          <a:sy n="142" d="100"/>
        </p:scale>
        <p:origin x="714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1829F-0074-4DDF-9F27-67050C399C7F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4D2DE-071F-4550-94B1-C74F2CCC3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53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4D2DE-071F-4550-94B1-C74F2CCC3E6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656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4D2DE-071F-4550-94B1-C74F2CCC3E6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257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4D2DE-071F-4550-94B1-C74F2CCC3E6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257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4D2DE-071F-4550-94B1-C74F2CCC3E6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257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4D2DE-071F-4550-94B1-C74F2CCC3E6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257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4D2DE-071F-4550-94B1-C74F2CCC3E6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257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4D2DE-071F-4550-94B1-C74F2CCC3E6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315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2018-12-18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555526"/>
            <a:ext cx="576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Portfolio</a:t>
            </a:r>
            <a:endParaRPr lang="ko-KR" altLang="en-US" sz="36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  <a:p>
            <a:endParaRPr lang="ko-KR" altLang="en-US" sz="36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67544" y="670967"/>
            <a:ext cx="144016" cy="3888432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3988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923928" y="2437636"/>
            <a:ext cx="4968552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63520" y="3989138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leethw@naver.com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 rot="5400000">
            <a:off x="-615903" y="1706476"/>
            <a:ext cx="1571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About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63520" y="3585498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010 7162 4020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36096" y="2445852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가톨릭대학교 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학년 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(2013.03 ~)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63520" y="2872643"/>
            <a:ext cx="3456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태현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Lee Tae-</a:t>
            </a:r>
            <a:r>
              <a:rPr lang="en-US" altLang="ko-KR" sz="20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hyun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2301" y="169793"/>
            <a:ext cx="132759" cy="1024444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9674" y="2581652"/>
            <a:ext cx="125386" cy="2304256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25060" y="169793"/>
            <a:ext cx="8793180" cy="137557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892480" y="217641"/>
            <a:ext cx="125760" cy="1851670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각 삼각형 6"/>
          <p:cNvSpPr/>
          <p:nvPr/>
        </p:nvSpPr>
        <p:spPr>
          <a:xfrm rot="5400000">
            <a:off x="3923928" y="2416543"/>
            <a:ext cx="1080120" cy="108012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7F1146-47E2-4149-BB11-1C31DEBA1422}"/>
              </a:ext>
            </a:extLst>
          </p:cNvPr>
          <p:cNvSpPr txBox="1"/>
          <p:nvPr/>
        </p:nvSpPr>
        <p:spPr>
          <a:xfrm>
            <a:off x="5468538" y="4353933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github.com/LeeTaeHyun94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16F9CF-74BF-4CCF-892B-71AEB6203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74" y="586578"/>
            <a:ext cx="3091422" cy="412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2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23528" y="483518"/>
            <a:ext cx="8568952" cy="4402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 rot="5400000">
            <a:off x="-615903" y="1706476"/>
            <a:ext cx="1571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Ability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2301" y="169793"/>
            <a:ext cx="132759" cy="1024444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9674" y="2581652"/>
            <a:ext cx="125386" cy="2304256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25060" y="169793"/>
            <a:ext cx="8793180" cy="137557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892480" y="217641"/>
            <a:ext cx="125760" cy="1851670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각 삼각형 6"/>
          <p:cNvSpPr/>
          <p:nvPr/>
        </p:nvSpPr>
        <p:spPr>
          <a:xfrm rot="5400000">
            <a:off x="323528" y="483518"/>
            <a:ext cx="1080120" cy="108012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271580" y="2104065"/>
            <a:ext cx="2185832" cy="314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C, C++</a:t>
            </a:r>
            <a:endParaRPr lang="ko-KR" altLang="en-US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270862" y="2486875"/>
            <a:ext cx="2185832" cy="3147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C#, WPF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270862" y="2873466"/>
            <a:ext cx="2185832" cy="314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Spring Framework</a:t>
            </a:r>
            <a:endParaRPr lang="ko-KR" altLang="en-US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270502" y="3260175"/>
            <a:ext cx="2185832" cy="3147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Java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10314" y="1549033"/>
            <a:ext cx="1973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Language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600316" y="2092441"/>
            <a:ext cx="2185832" cy="314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MySQL</a:t>
            </a:r>
            <a:endParaRPr lang="ko-KR" altLang="en-US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591196" y="2486874"/>
            <a:ext cx="2185832" cy="3147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Oracle DBMS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06440" y="1555232"/>
            <a:ext cx="1973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+ Database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905610" y="2079130"/>
            <a:ext cx="2185832" cy="314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Data Structure</a:t>
            </a:r>
            <a:endParaRPr lang="ko-KR" altLang="en-US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905610" y="2490110"/>
            <a:ext cx="2185832" cy="3147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BOJ : 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leethyun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11734" y="1537722"/>
            <a:ext cx="1973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+ Algorithm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08428C-4E9B-4766-A038-230743AABC9F}"/>
              </a:ext>
            </a:extLst>
          </p:cNvPr>
          <p:cNvSpPr/>
          <p:nvPr/>
        </p:nvSpPr>
        <p:spPr>
          <a:xfrm>
            <a:off x="1259632" y="3651879"/>
            <a:ext cx="2185832" cy="314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JSP &amp; Servlet</a:t>
            </a:r>
            <a:endParaRPr lang="ko-KR" altLang="en-US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19DE506-C743-41C8-99B9-2708BA105A7F}"/>
              </a:ext>
            </a:extLst>
          </p:cNvPr>
          <p:cNvSpPr/>
          <p:nvPr/>
        </p:nvSpPr>
        <p:spPr>
          <a:xfrm>
            <a:off x="5905610" y="2873465"/>
            <a:ext cx="2185832" cy="314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Algospot</a:t>
            </a:r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: </a:t>
            </a:r>
            <a:r>
              <a:rPr lang="en-US" altLang="ko-KR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leet</a:t>
            </a:r>
            <a:endParaRPr lang="ko-KR" altLang="en-US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25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23528" y="483518"/>
            <a:ext cx="8568952" cy="4402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 rot="5400000">
            <a:off x="-615903" y="1598754"/>
            <a:ext cx="1571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Awards &amp; Antecedents</a:t>
            </a:r>
            <a:endParaRPr lang="ko-KR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2301" y="169793"/>
            <a:ext cx="132759" cy="1024444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9674" y="2581652"/>
            <a:ext cx="125386" cy="2304256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25060" y="169793"/>
            <a:ext cx="8793180" cy="137557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892480" y="217641"/>
            <a:ext cx="125760" cy="1851670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각 삼각형 6"/>
          <p:cNvSpPr/>
          <p:nvPr/>
        </p:nvSpPr>
        <p:spPr>
          <a:xfrm rot="5400000">
            <a:off x="323528" y="483518"/>
            <a:ext cx="1080120" cy="108012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62478" y="1143521"/>
            <a:ext cx="7107894" cy="314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lang="ko-KR" altLang="en-US"/>
            </a:pPr>
            <a:r>
              <a:rPr lang="en-US" altLang="ko-KR" dirty="0">
                <a:solidFill>
                  <a:schemeClr val="tx1">
                    <a:lumMod val="70000"/>
                    <a:lumOff val="3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2017 </a:t>
            </a:r>
            <a:r>
              <a:rPr lang="ko-KR" altLang="en-US" dirty="0">
                <a:solidFill>
                  <a:schemeClr val="tx1">
                    <a:lumMod val="70000"/>
                    <a:lumOff val="3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산업융합 아이디어 공모전 대상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061760" y="1526331"/>
            <a:ext cx="7107894" cy="3147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2017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가톨릭대학교 교내 창업 아이디어 공모전 우수상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061760" y="1912922"/>
            <a:ext cx="7107894" cy="314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2017 </a:t>
            </a: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가톨릭대학교 교내 프로그래밍 대회</a:t>
            </a:r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(ACM-ICPC </a:t>
            </a: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온라인 예선</a:t>
            </a:r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은상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061400" y="2299631"/>
            <a:ext cx="7107894" cy="3147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2017 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가톨릭대학교 컴퓨터정보공학부 </a:t>
            </a:r>
            <a:r>
              <a:rPr lang="ko-KR" altLang="en-US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학술제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프로그래밍 대회 </a:t>
            </a: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2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705" y="692140"/>
            <a:ext cx="6360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Awards &amp; Antecedents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5E3D45-0065-4AA7-A039-BBC557047954}"/>
              </a:ext>
            </a:extLst>
          </p:cNvPr>
          <p:cNvSpPr/>
          <p:nvPr/>
        </p:nvSpPr>
        <p:spPr>
          <a:xfrm>
            <a:off x="1061400" y="2681041"/>
            <a:ext cx="7107894" cy="314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2018 SCPC(Samsung Collegiate Programming Cup) </a:t>
            </a: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본선 진출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88273C-F39C-4319-B33A-6141A5BE44A1}"/>
              </a:ext>
            </a:extLst>
          </p:cNvPr>
          <p:cNvSpPr/>
          <p:nvPr/>
        </p:nvSpPr>
        <p:spPr>
          <a:xfrm>
            <a:off x="1061400" y="3069032"/>
            <a:ext cx="7107894" cy="3147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2018 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디지털 과거 </a:t>
            </a: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Code + 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본선 진출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B94C32-C171-4722-B90B-FA985B53A3B6}"/>
              </a:ext>
            </a:extLst>
          </p:cNvPr>
          <p:cNvSpPr/>
          <p:nvPr/>
        </p:nvSpPr>
        <p:spPr>
          <a:xfrm>
            <a:off x="1061400" y="3455741"/>
            <a:ext cx="7107894" cy="314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2018 </a:t>
            </a:r>
            <a:r>
              <a:rPr lang="en-US" altLang="ko-KR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Edaily</a:t>
            </a:r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Coding Challenge </a:t>
            </a: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본선</a:t>
            </a:r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38</a:t>
            </a: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등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1362E98-F3A8-4321-8D2E-D3BE4FA76FE0}"/>
              </a:ext>
            </a:extLst>
          </p:cNvPr>
          <p:cNvSpPr/>
          <p:nvPr/>
        </p:nvSpPr>
        <p:spPr>
          <a:xfrm>
            <a:off x="1052029" y="3842450"/>
            <a:ext cx="7107894" cy="3147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2018 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가톨릭대학교 컴퓨터정보공학부 </a:t>
            </a:r>
            <a:r>
              <a:rPr lang="ko-KR" altLang="en-US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학술제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프로그래밍 대회 </a:t>
            </a: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1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282936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23528" y="483518"/>
            <a:ext cx="8568952" cy="4402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 rot="5400000">
            <a:off x="-615903" y="1706476"/>
            <a:ext cx="1571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Project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2301" y="169793"/>
            <a:ext cx="132759" cy="1024444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9674" y="2581652"/>
            <a:ext cx="125386" cy="2304256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25060" y="169793"/>
            <a:ext cx="8793180" cy="137557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892480" y="217641"/>
            <a:ext cx="125760" cy="1851670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각 삼각형 6"/>
          <p:cNvSpPr/>
          <p:nvPr/>
        </p:nvSpPr>
        <p:spPr>
          <a:xfrm rot="5400000">
            <a:off x="323528" y="483518"/>
            <a:ext cx="1080120" cy="108012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23528" y="4083919"/>
            <a:ext cx="8568592" cy="801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Eclipse ADT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를 이용하여 </a:t>
            </a:r>
            <a:r>
              <a:rPr lang="ko-KR" altLang="en-US" sz="14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안드로이드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어플리케이션 제작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, Server &amp; DB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미사용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Google Map API 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사용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위치를 기반으로 약속 장소 정해주는 어플리케이션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발표 영상 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: https://www.youtube.com/watch?v=KplTCuy1xSg&amp;t=2s</a:t>
            </a:r>
            <a:endParaRPr lang="ko-KR" altLang="en-US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65406" y="483518"/>
            <a:ext cx="6360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우리 지금 만나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911" y="987574"/>
            <a:ext cx="1530041" cy="294974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101" y="987574"/>
            <a:ext cx="1648084" cy="2949748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987574"/>
            <a:ext cx="1659234" cy="2949748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987574"/>
            <a:ext cx="1659234" cy="294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66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23528" y="483518"/>
            <a:ext cx="8568952" cy="4402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 rot="5400000">
            <a:off x="-615903" y="1706476"/>
            <a:ext cx="1571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Project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2301" y="169793"/>
            <a:ext cx="132759" cy="1024444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9674" y="2581652"/>
            <a:ext cx="125386" cy="2304256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25060" y="169793"/>
            <a:ext cx="8793180" cy="137557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892480" y="217641"/>
            <a:ext cx="125760" cy="1851670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각 삼각형 6"/>
          <p:cNvSpPr/>
          <p:nvPr/>
        </p:nvSpPr>
        <p:spPr>
          <a:xfrm rot="5400000">
            <a:off x="323528" y="483518"/>
            <a:ext cx="1080120" cy="108012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23528" y="4083919"/>
            <a:ext cx="8568592" cy="801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JSP &amp; Servlet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으로 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MVC 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패턴에 맞게 웹 애플리케이션을 개발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  <a:p>
            <a:r>
              <a:rPr lang="ko-KR" altLang="en-US" sz="14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네이버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지식</a:t>
            </a:r>
            <a:r>
              <a:rPr lang="en-US" altLang="ko-KR" sz="14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iN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에 착안하여 학교 지식 정보 공유 커뮤니티가 아이디어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.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DB : MySQL, Server : JSP &amp; Servlet +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Apache, Front-end : Bootstrap</a:t>
            </a:r>
            <a:endParaRPr lang="ko-KR" altLang="en-US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65406" y="483518"/>
            <a:ext cx="6360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CUKIN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1" b="2836"/>
          <a:stretch/>
        </p:blipFill>
        <p:spPr bwMode="auto">
          <a:xfrm>
            <a:off x="1259632" y="883628"/>
            <a:ext cx="6696744" cy="3191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261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23528" y="483518"/>
            <a:ext cx="8568952" cy="4402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 rot="5400000">
            <a:off x="-615903" y="1706476"/>
            <a:ext cx="1571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Project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2301" y="169793"/>
            <a:ext cx="132759" cy="1024444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9674" y="2581652"/>
            <a:ext cx="125386" cy="2304256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25060" y="169793"/>
            <a:ext cx="8793180" cy="137557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892480" y="217641"/>
            <a:ext cx="125760" cy="1851670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각 삼각형 6"/>
          <p:cNvSpPr/>
          <p:nvPr/>
        </p:nvSpPr>
        <p:spPr>
          <a:xfrm rot="5400000">
            <a:off x="323528" y="483518"/>
            <a:ext cx="1080120" cy="108012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23528" y="3795886"/>
            <a:ext cx="8568592" cy="1090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C#, WPF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를 이용하여 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MVVM 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패턴에 맞게 윈도우 애플리케이션을 개발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메신저라는 기본 기능을 기반으로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파일 송수신 서비스 및 회원 별 개인 저장소 서비스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파일 클라우드 서비스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가 특징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DB : MySQL, Server : C#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Git : https://github.com/LeeTaeHyun94/LittleCloud</a:t>
            </a:r>
            <a:endParaRPr lang="ko-KR" altLang="en-US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65406" y="483518"/>
            <a:ext cx="6360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Little Cloud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84" y="1517893"/>
            <a:ext cx="1512168" cy="2286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600" y="992796"/>
            <a:ext cx="1802702" cy="1362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984" y="2418520"/>
            <a:ext cx="1825317" cy="138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983230"/>
            <a:ext cx="4104456" cy="2788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1526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23528" y="483518"/>
            <a:ext cx="8568952" cy="4402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 rot="5400000">
            <a:off x="-615903" y="1706476"/>
            <a:ext cx="1571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Project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2301" y="169793"/>
            <a:ext cx="132759" cy="1024444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9674" y="2581652"/>
            <a:ext cx="125386" cy="2304256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25060" y="169793"/>
            <a:ext cx="8793180" cy="137557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892480" y="217641"/>
            <a:ext cx="125760" cy="1851670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각 삼각형 6"/>
          <p:cNvSpPr/>
          <p:nvPr/>
        </p:nvSpPr>
        <p:spPr>
          <a:xfrm rot="5400000">
            <a:off x="323528" y="483518"/>
            <a:ext cx="1080120" cy="108012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23528" y="3795886"/>
            <a:ext cx="8568592" cy="1090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개발은 완료되지 않았으나 아이디어 구상 및 설계는 완료한 프로젝트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Unity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로 개발된 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VR 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컨텐츠를 이용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홍보 영상 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: https://www.youtube.com/watch?v=xDaZBGuefIM&amp;feature=youtu.be</a:t>
            </a:r>
            <a:endParaRPr lang="ko-KR" altLang="en-US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65406" y="483518"/>
            <a:ext cx="6360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Interactivity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를 강조한 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VR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미디어 플랫폼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(TV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를 품은 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VR)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29" y="1025799"/>
            <a:ext cx="1456676" cy="2589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023156"/>
            <a:ext cx="4608513" cy="25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7044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23528" y="483518"/>
            <a:ext cx="8568952" cy="4402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 rot="5400000">
            <a:off x="-615903" y="1706476"/>
            <a:ext cx="1571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Project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2301" y="169793"/>
            <a:ext cx="132759" cy="1024444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9674" y="2581652"/>
            <a:ext cx="125386" cy="2304256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25060" y="169793"/>
            <a:ext cx="8793180" cy="137557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892480" y="217641"/>
            <a:ext cx="125760" cy="1851670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각 삼각형 6"/>
          <p:cNvSpPr/>
          <p:nvPr/>
        </p:nvSpPr>
        <p:spPr>
          <a:xfrm rot="5400000">
            <a:off x="323528" y="483518"/>
            <a:ext cx="1080120" cy="108012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23528" y="4083919"/>
            <a:ext cx="8568592" cy="801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C#, WPF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를 이용하여 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MVVM 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패턴에 맞게 윈도우 어플리케이션 개발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, Server, DB 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미사용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전자전 시뮬레이터 구현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위협체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추적 및 레이더 </a:t>
            </a:r>
            <a:r>
              <a:rPr lang="ko-KR" altLang="en-US" sz="14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역추정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– 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기계학습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인공지능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알고리즘 사용</a:t>
            </a:r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, 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레이더 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추정 위치를 그래프로 구현 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– </a:t>
            </a:r>
            <a:r>
              <a:rPr lang="en-US" altLang="ko-KR" sz="14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Matlab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5406" y="483518"/>
            <a:ext cx="6360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전자전투 모델링 연구 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(Electronic Warfare Simulator)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398" y="1074822"/>
            <a:ext cx="4536504" cy="273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3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23528" y="483518"/>
            <a:ext cx="8568952" cy="4402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 rot="5400000">
            <a:off x="-615903" y="1706476"/>
            <a:ext cx="1571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Project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2301" y="169793"/>
            <a:ext cx="132759" cy="1024444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9674" y="2581652"/>
            <a:ext cx="125386" cy="2304256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25060" y="169793"/>
            <a:ext cx="8793180" cy="137557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892480" y="217641"/>
            <a:ext cx="125760" cy="1851670"/>
          </a:xfrm>
          <a:prstGeom prst="rect">
            <a:avLst/>
          </a:prstGeom>
          <a:solidFill>
            <a:srgbClr val="EA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각 삼각형 6"/>
          <p:cNvSpPr/>
          <p:nvPr/>
        </p:nvSpPr>
        <p:spPr>
          <a:xfrm rot="5400000">
            <a:off x="323528" y="483518"/>
            <a:ext cx="1080120" cy="108012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23528" y="4083919"/>
            <a:ext cx="8568592" cy="801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Back-End : Spring Boot + JPA (DB : MySQL)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Front-End : Bootstrap (HTML + jQuery + </a:t>
            </a:r>
            <a:r>
              <a:rPr lang="en-US" altLang="ko-KR" sz="14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Javascript</a:t>
            </a: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)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Git : https://github.com/LeeTaeHyun94/todo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5406" y="483518"/>
            <a:ext cx="6360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Todo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icrosoft Sans Serif" panose="020B0604020202020204" pitchFamily="34" charset="0"/>
              </a:rPr>
              <a:t> List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icrosoft Sans Serif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EE39B0C-1E8C-47FD-8C86-754A56A30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798" y="484144"/>
            <a:ext cx="1987322" cy="13891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A6B0DE-0DDB-44F5-B30E-60139D231C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839" r="30440"/>
          <a:stretch/>
        </p:blipFill>
        <p:spPr>
          <a:xfrm>
            <a:off x="4515824" y="1873308"/>
            <a:ext cx="4376476" cy="221061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932DBD9-AA54-453A-A487-7F971794FB8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" t="7839" r="-1186"/>
          <a:stretch/>
        </p:blipFill>
        <p:spPr>
          <a:xfrm>
            <a:off x="899592" y="997925"/>
            <a:ext cx="4479091" cy="220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011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3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92301" y="169793"/>
            <a:ext cx="132759" cy="1024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2301" y="1143476"/>
            <a:ext cx="132759" cy="3742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5060" y="169793"/>
            <a:ext cx="8793180" cy="137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892480" y="217641"/>
            <a:ext cx="125760" cy="1851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64288" y="2151345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1607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407</Words>
  <Application>Microsoft Office PowerPoint</Application>
  <PresentationFormat>화면 슬라이드 쇼(16:9)</PresentationFormat>
  <Paragraphs>72</Paragraphs>
  <Slides>11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나눔스퀘어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Tae Hyun Lee</cp:lastModifiedBy>
  <cp:revision>52</cp:revision>
  <dcterms:created xsi:type="dcterms:W3CDTF">2006-10-05T04:04:58Z</dcterms:created>
  <dcterms:modified xsi:type="dcterms:W3CDTF">2018-12-18T13:08:03Z</dcterms:modified>
</cp:coreProperties>
</file>